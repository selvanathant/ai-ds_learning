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solidFill>
            <a:srgbClr val="FF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505050"/>
                </a:solidFill>
              </a:defRPr>
            </a:pPr>
            <a:r>
              <a:t>Hi! I'm ChatGPT 🤖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I love answering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I can chat about anything</a:t>
            </a:r>
          </a:p>
        </p:txBody>
      </p:sp>
      <p:pic>
        <p:nvPicPr>
          <p:cNvPr id="5" name="Picture 4" descr="ico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solidFill>
            <a:srgbClr val="FF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505050"/>
                </a:solidFill>
              </a:defRPr>
            </a:pPr>
            <a:r>
              <a:t>I Learn From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Books, articles, and websites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Always trying to be helpful</a:t>
            </a:r>
          </a:p>
        </p:txBody>
      </p:sp>
      <p:pic>
        <p:nvPicPr>
          <p:cNvPr id="5" name="Picture 4" descr="ic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solidFill>
            <a:srgbClr val="FF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505050"/>
                </a:solidFill>
              </a:defRPr>
            </a:pPr>
            <a:r>
              <a:t>I Can Code 💻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Python, JavaScript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I can generate code snippets</a:t>
            </a:r>
          </a:p>
        </p:txBody>
      </p:sp>
      <p:pic>
        <p:nvPicPr>
          <p:cNvPr id="5" name="Picture 4" descr="ico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solidFill>
            <a:srgbClr val="FF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505050"/>
                </a:solidFill>
              </a:defRPr>
            </a:pPr>
            <a:r>
              <a:t>I Love Stories 📚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Tell you stories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Create fun adventures</a:t>
            </a:r>
          </a:p>
        </p:txBody>
      </p:sp>
      <p:pic>
        <p:nvPicPr>
          <p:cNvPr id="5" name="Picture 4" descr="icon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solidFill>
            <a:srgbClr val="FF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505050"/>
                </a:solidFill>
              </a:defRPr>
            </a:pPr>
            <a:r>
              <a:t>I Can Draw 🖌️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ASCII 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Shapes and diagrams</a:t>
            </a:r>
          </a:p>
        </p:txBody>
      </p:sp>
      <p:pic>
        <p:nvPicPr>
          <p:cNvPr id="5" name="Picture 4" descr="ico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solidFill>
            <a:srgbClr val="FF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505050"/>
                </a:solidFill>
              </a:defRPr>
            </a:pPr>
            <a:r>
              <a:t>I Explore Knowledge 🌎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Science, math,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Languages, cultures</a:t>
            </a:r>
          </a:p>
        </p:txBody>
      </p:sp>
      <p:pic>
        <p:nvPicPr>
          <p:cNvPr id="5" name="Picture 4" descr="icon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solidFill>
            <a:srgbClr val="FF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505050"/>
                </a:solidFill>
              </a:defRPr>
            </a:pPr>
            <a:r>
              <a:t>I Am Friendly 😊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Always polite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I never get tired</a:t>
            </a:r>
          </a:p>
        </p:txBody>
      </p:sp>
      <p:pic>
        <p:nvPicPr>
          <p:cNvPr id="5" name="Picture 4" descr="icon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solidFill>
            <a:srgbClr val="FF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505050"/>
                </a:solidFill>
              </a:defRPr>
            </a:pPr>
            <a:r>
              <a:t>I Help Students 🎓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Homework guidance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Explain concepts clearly</a:t>
            </a:r>
          </a:p>
        </p:txBody>
      </p:sp>
      <p:pic>
        <p:nvPicPr>
          <p:cNvPr id="5" name="Picture 4" descr="icon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solidFill>
            <a:srgbClr val="FF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505050"/>
                </a:solidFill>
              </a:defRPr>
            </a:pPr>
            <a:r>
              <a:t>I Am Creative ✨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Fun ideas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Games, quizzes, puzzles</a:t>
            </a:r>
          </a:p>
        </p:txBody>
      </p:sp>
      <p:pic>
        <p:nvPicPr>
          <p:cNvPr id="5" name="Picture 4" descr="icon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solidFill>
            <a:srgbClr val="FF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505050"/>
                </a:solidFill>
              </a:defRPr>
            </a:pPr>
            <a:r>
              <a:t>Let's Learn Together!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Ask me anything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05050"/>
                </a:solidFill>
              </a:defRPr>
            </a:pPr>
            <a:r>
              <a:t>We can explore together</a:t>
            </a:r>
          </a:p>
        </p:txBody>
      </p:sp>
      <p:pic>
        <p:nvPicPr>
          <p:cNvPr id="5" name="Picture 4" descr="ico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