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About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AI‑powered assistant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Conversational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Transformer model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Trained on text corpora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Code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Generates code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Helps debug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ML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Learns patterns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Embeddings &amp; fine‑tuning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NLP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Summarizes, translates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Contextual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Cloud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API deployment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Scalable 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API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REST/SDKs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Automate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Doc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Explains systems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Generate examples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Filtered content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Safe replies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0F0F0"/>
                </a:solidFill>
              </a:defRPr>
            </a:pPr>
            <a:r>
              <a:t>• AI + humans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Innovative futures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