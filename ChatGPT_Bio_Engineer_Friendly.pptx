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74320" y="182880"/>
            <a:ext cx="8229600" cy="914400"/>
          </a:xfrm>
          <a:prstGeom prst="rect">
            <a:avLst/>
          </a:prstGeom>
          <a:solidFill>
            <a:srgbClr val="1E90FF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Hi! I'm ChatGPT 🤖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463040"/>
            <a:ext cx="7863840" cy="914400"/>
          </a:xfrm>
          <a:prstGeom prst="rect">
            <a:avLst/>
          </a:prstGeom>
          <a:solidFill>
            <a:srgbClr val="FFFFFF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000" b="1">
                <a:solidFill>
                  <a:srgbClr val="323232"/>
                </a:solidFill>
              </a:defRPr>
            </a:pPr>
            <a:r>
              <a:t>AI-powered assistant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2651760"/>
            <a:ext cx="7863840" cy="914400"/>
          </a:xfrm>
          <a:prstGeom prst="rect">
            <a:avLst/>
          </a:prstGeom>
          <a:solidFill>
            <a:srgbClr val="FFFFFF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000" b="1">
                <a:solidFill>
                  <a:srgbClr val="323232"/>
                </a:solidFill>
              </a:defRPr>
            </a:pPr>
            <a:r>
              <a:t>Conversational intelligence</a:t>
            </a:r>
          </a:p>
        </p:txBody>
      </p:sp>
      <p:pic>
        <p:nvPicPr>
          <p:cNvPr id="5" name="Picture 4" descr="tech_icon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0" y="1645920"/>
            <a:ext cx="1828800" cy="18288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74320" y="182880"/>
            <a:ext cx="8229600" cy="914400"/>
          </a:xfrm>
          <a:prstGeom prst="rect">
            <a:avLst/>
          </a:prstGeom>
          <a:solidFill>
            <a:srgbClr val="1E90FF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Data Sources 📚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463040"/>
            <a:ext cx="7863840" cy="914400"/>
          </a:xfrm>
          <a:prstGeom prst="rect">
            <a:avLst/>
          </a:prstGeom>
          <a:solidFill>
            <a:srgbClr val="FFFFFF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000" b="1">
                <a:solidFill>
                  <a:srgbClr val="323232"/>
                </a:solidFill>
              </a:defRPr>
            </a:pPr>
            <a:r>
              <a:t>Books, articles, code repos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2651760"/>
            <a:ext cx="7863840" cy="914400"/>
          </a:xfrm>
          <a:prstGeom prst="rect">
            <a:avLst/>
          </a:prstGeom>
          <a:solidFill>
            <a:srgbClr val="FFFFFF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000" b="1">
                <a:solidFill>
                  <a:srgbClr val="323232"/>
                </a:solidFill>
              </a:defRPr>
            </a:pPr>
            <a:r>
              <a:t>Continual learning from text</a:t>
            </a:r>
          </a:p>
        </p:txBody>
      </p:sp>
      <p:pic>
        <p:nvPicPr>
          <p:cNvPr id="5" name="Picture 4" descr="tech_icon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0" y="1645920"/>
            <a:ext cx="1828800" cy="18288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74320" y="182880"/>
            <a:ext cx="8229600" cy="914400"/>
          </a:xfrm>
          <a:prstGeom prst="rect">
            <a:avLst/>
          </a:prstGeom>
          <a:solidFill>
            <a:srgbClr val="1E90FF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Programming Skills 💻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463040"/>
            <a:ext cx="7863840" cy="914400"/>
          </a:xfrm>
          <a:prstGeom prst="rect">
            <a:avLst/>
          </a:prstGeom>
          <a:solidFill>
            <a:srgbClr val="FFFFFF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000" b="1">
                <a:solidFill>
                  <a:srgbClr val="323232"/>
                </a:solidFill>
              </a:defRPr>
            </a:pPr>
            <a:r>
              <a:t>Python, JavaScript, C++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2651760"/>
            <a:ext cx="7863840" cy="914400"/>
          </a:xfrm>
          <a:prstGeom prst="rect">
            <a:avLst/>
          </a:prstGeom>
          <a:solidFill>
            <a:srgbClr val="FFFFFF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000" b="1">
                <a:solidFill>
                  <a:srgbClr val="323232"/>
                </a:solidFill>
              </a:defRPr>
            </a:pPr>
            <a:r>
              <a:t>Code generation &amp; debugging</a:t>
            </a:r>
          </a:p>
        </p:txBody>
      </p:sp>
      <p:pic>
        <p:nvPicPr>
          <p:cNvPr id="5" name="Picture 4" descr="tech_icon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0" y="1645920"/>
            <a:ext cx="1828800" cy="18288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74320" y="182880"/>
            <a:ext cx="8229600" cy="914400"/>
          </a:xfrm>
          <a:prstGeom prst="rect">
            <a:avLst/>
          </a:prstGeom>
          <a:solidFill>
            <a:srgbClr val="1E90FF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Knowledge Domains 🌎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463040"/>
            <a:ext cx="7863840" cy="914400"/>
          </a:xfrm>
          <a:prstGeom prst="rect">
            <a:avLst/>
          </a:prstGeom>
          <a:solidFill>
            <a:srgbClr val="FFFFFF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000" b="1">
                <a:solidFill>
                  <a:srgbClr val="323232"/>
                </a:solidFill>
              </a:defRPr>
            </a:pPr>
            <a:r>
              <a:t>Science, tech, math, history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2651760"/>
            <a:ext cx="7863840" cy="914400"/>
          </a:xfrm>
          <a:prstGeom prst="rect">
            <a:avLst/>
          </a:prstGeom>
          <a:solidFill>
            <a:srgbClr val="FFFFFF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000" b="1">
                <a:solidFill>
                  <a:srgbClr val="323232"/>
                </a:solidFill>
              </a:defRPr>
            </a:pPr>
            <a:r>
              <a:t>Languages, frameworks</a:t>
            </a:r>
          </a:p>
        </p:txBody>
      </p:sp>
      <p:pic>
        <p:nvPicPr>
          <p:cNvPr id="5" name="Picture 4" descr="tech_icon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0" y="1645920"/>
            <a:ext cx="1828800" cy="18288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74320" y="182880"/>
            <a:ext cx="8229600" cy="914400"/>
          </a:xfrm>
          <a:prstGeom prst="rect">
            <a:avLst/>
          </a:prstGeom>
          <a:solidFill>
            <a:srgbClr val="1E90FF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Problem Solving 🧩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463040"/>
            <a:ext cx="7863840" cy="914400"/>
          </a:xfrm>
          <a:prstGeom prst="rect">
            <a:avLst/>
          </a:prstGeom>
          <a:solidFill>
            <a:srgbClr val="FFFFFF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000" b="1">
                <a:solidFill>
                  <a:srgbClr val="323232"/>
                </a:solidFill>
              </a:defRPr>
            </a:pPr>
            <a:r>
              <a:t>Algorithm design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2651760"/>
            <a:ext cx="7863840" cy="914400"/>
          </a:xfrm>
          <a:prstGeom prst="rect">
            <a:avLst/>
          </a:prstGeom>
          <a:solidFill>
            <a:srgbClr val="FFFFFF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000" b="1">
                <a:solidFill>
                  <a:srgbClr val="323232"/>
                </a:solidFill>
              </a:defRPr>
            </a:pPr>
            <a:r>
              <a:t>Logic &amp; reasoning</a:t>
            </a:r>
          </a:p>
        </p:txBody>
      </p:sp>
      <p:pic>
        <p:nvPicPr>
          <p:cNvPr id="5" name="Picture 4" descr="tech_icon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0" y="1645920"/>
            <a:ext cx="1828800" cy="18288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74320" y="182880"/>
            <a:ext cx="8229600" cy="914400"/>
          </a:xfrm>
          <a:prstGeom prst="rect">
            <a:avLst/>
          </a:prstGeom>
          <a:solidFill>
            <a:srgbClr val="1E90FF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Automation 🤖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463040"/>
            <a:ext cx="7863840" cy="914400"/>
          </a:xfrm>
          <a:prstGeom prst="rect">
            <a:avLst/>
          </a:prstGeom>
          <a:solidFill>
            <a:srgbClr val="FFFFFF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000" b="1">
                <a:solidFill>
                  <a:srgbClr val="323232"/>
                </a:solidFill>
              </a:defRPr>
            </a:pPr>
            <a:r>
              <a:t>Scripts, tools, workflows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2651760"/>
            <a:ext cx="7863840" cy="914400"/>
          </a:xfrm>
          <a:prstGeom prst="rect">
            <a:avLst/>
          </a:prstGeom>
          <a:solidFill>
            <a:srgbClr val="FFFFFF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000" b="1">
                <a:solidFill>
                  <a:srgbClr val="323232"/>
                </a:solidFill>
              </a:defRPr>
            </a:pPr>
            <a:r>
              <a:t>Data analysis &amp; visualization</a:t>
            </a:r>
          </a:p>
        </p:txBody>
      </p:sp>
      <p:pic>
        <p:nvPicPr>
          <p:cNvPr id="5" name="Picture 4" descr="tech_icon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0" y="1645920"/>
            <a:ext cx="1828800" cy="18288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74320" y="182880"/>
            <a:ext cx="8229600" cy="914400"/>
          </a:xfrm>
          <a:prstGeom prst="rect">
            <a:avLst/>
          </a:prstGeom>
          <a:solidFill>
            <a:srgbClr val="1E90FF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AI Concepts 🧠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463040"/>
            <a:ext cx="7863840" cy="914400"/>
          </a:xfrm>
          <a:prstGeom prst="rect">
            <a:avLst/>
          </a:prstGeom>
          <a:solidFill>
            <a:srgbClr val="FFFFFF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000" b="1">
                <a:solidFill>
                  <a:srgbClr val="323232"/>
                </a:solidFill>
              </a:defRPr>
            </a:pPr>
            <a:r>
              <a:t>Machine learning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2651760"/>
            <a:ext cx="7863840" cy="914400"/>
          </a:xfrm>
          <a:prstGeom prst="rect">
            <a:avLst/>
          </a:prstGeom>
          <a:solidFill>
            <a:srgbClr val="FFFFFF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000" b="1">
                <a:solidFill>
                  <a:srgbClr val="323232"/>
                </a:solidFill>
              </a:defRPr>
            </a:pPr>
            <a:r>
              <a:t>Natural language processing</a:t>
            </a:r>
          </a:p>
        </p:txBody>
      </p:sp>
      <p:pic>
        <p:nvPicPr>
          <p:cNvPr id="5" name="Picture 4" descr="tech_icon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0" y="1645920"/>
            <a:ext cx="1828800" cy="18288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74320" y="182880"/>
            <a:ext cx="8229600" cy="914400"/>
          </a:xfrm>
          <a:prstGeom prst="rect">
            <a:avLst/>
          </a:prstGeom>
          <a:solidFill>
            <a:srgbClr val="1E90FF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Collaboration 👫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463040"/>
            <a:ext cx="7863840" cy="914400"/>
          </a:xfrm>
          <a:prstGeom prst="rect">
            <a:avLst/>
          </a:prstGeom>
          <a:solidFill>
            <a:srgbClr val="FFFFFF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000" b="1">
                <a:solidFill>
                  <a:srgbClr val="323232"/>
                </a:solidFill>
              </a:defRPr>
            </a:pPr>
            <a:r>
              <a:t>Team support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2651760"/>
            <a:ext cx="7863840" cy="914400"/>
          </a:xfrm>
          <a:prstGeom prst="rect">
            <a:avLst/>
          </a:prstGeom>
          <a:solidFill>
            <a:srgbClr val="FFFFFF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000" b="1">
                <a:solidFill>
                  <a:srgbClr val="323232"/>
                </a:solidFill>
              </a:defRPr>
            </a:pPr>
            <a:r>
              <a:t>Code review &amp; mentoring</a:t>
            </a:r>
          </a:p>
        </p:txBody>
      </p:sp>
      <p:pic>
        <p:nvPicPr>
          <p:cNvPr id="5" name="Picture 4" descr="tech_icon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0" y="1645920"/>
            <a:ext cx="1828800" cy="18288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74320" y="182880"/>
            <a:ext cx="8229600" cy="914400"/>
          </a:xfrm>
          <a:prstGeom prst="rect">
            <a:avLst/>
          </a:prstGeom>
          <a:solidFill>
            <a:srgbClr val="1E90FF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Documentation 📄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463040"/>
            <a:ext cx="7863840" cy="914400"/>
          </a:xfrm>
          <a:prstGeom prst="rect">
            <a:avLst/>
          </a:prstGeom>
          <a:solidFill>
            <a:srgbClr val="FFFFFF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000" b="1">
                <a:solidFill>
                  <a:srgbClr val="323232"/>
                </a:solidFill>
              </a:defRPr>
            </a:pPr>
            <a:r>
              <a:t>Technical docs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2651760"/>
            <a:ext cx="7863840" cy="914400"/>
          </a:xfrm>
          <a:prstGeom prst="rect">
            <a:avLst/>
          </a:prstGeom>
          <a:solidFill>
            <a:srgbClr val="FFFFFF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000" b="1">
                <a:solidFill>
                  <a:srgbClr val="323232"/>
                </a:solidFill>
              </a:defRPr>
            </a:pPr>
            <a:r>
              <a:t>API specs &amp; examples</a:t>
            </a:r>
          </a:p>
        </p:txBody>
      </p:sp>
      <p:pic>
        <p:nvPicPr>
          <p:cNvPr id="5" name="Picture 4" descr="tech_icon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0" y="1645920"/>
            <a:ext cx="1828800" cy="18288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74320" y="182880"/>
            <a:ext cx="8229600" cy="914400"/>
          </a:xfrm>
          <a:prstGeom prst="rect">
            <a:avLst/>
          </a:prstGeom>
          <a:solidFill>
            <a:srgbClr val="1E90FF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Let's Build Together 🚀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463040"/>
            <a:ext cx="7863840" cy="914400"/>
          </a:xfrm>
          <a:prstGeom prst="rect">
            <a:avLst/>
          </a:prstGeom>
          <a:solidFill>
            <a:srgbClr val="FFFFFF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000" b="1">
                <a:solidFill>
                  <a:srgbClr val="323232"/>
                </a:solidFill>
              </a:defRPr>
            </a:pPr>
            <a:r>
              <a:t>Explore solutions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2651760"/>
            <a:ext cx="7863840" cy="914400"/>
          </a:xfrm>
          <a:prstGeom prst="rect">
            <a:avLst/>
          </a:prstGeom>
          <a:solidFill>
            <a:srgbClr val="FFFFFF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000" b="1">
                <a:solidFill>
                  <a:srgbClr val="323232"/>
                </a:solidFill>
              </a:defRPr>
            </a:pPr>
            <a:r>
              <a:t>Innovate with AI</a:t>
            </a:r>
          </a:p>
        </p:txBody>
      </p:sp>
      <p:pic>
        <p:nvPicPr>
          <p:cNvPr id="5" name="Picture 4" descr="tech_icon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0" y="1645920"/>
            <a:ext cx="1828800" cy="18288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