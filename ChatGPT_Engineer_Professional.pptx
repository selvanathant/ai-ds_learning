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6CC"/>
                </a:solidFill>
              </a:defRPr>
            </a:pPr>
            <a:r>
              <a:t>About ChatGPT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4552" cy="9144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3716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28800"/>
            <a:ext cx="8686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>
                <a:solidFill>
                  <a:srgbClr val="282828"/>
                </a:solidFill>
              </a:defRPr>
            </a:pPr>
            <a:r>
              <a:t>• AI‑powered assistant by OpenAI</a:t>
            </a:r>
          </a:p>
          <a:p>
            <a:pPr algn="l">
              <a:defRPr sz="2400">
                <a:solidFill>
                  <a:srgbClr val="282828"/>
                </a:solidFill>
              </a:defRPr>
            </a:pPr>
            <a:r>
              <a:t>• Natural language understanding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6CC"/>
                </a:solidFill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4552" cy="9144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3716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28800"/>
            <a:ext cx="8686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>
                <a:solidFill>
                  <a:srgbClr val="282828"/>
                </a:solidFill>
              </a:defRPr>
            </a:pPr>
            <a:r>
              <a:t>• Transformer‑based model</a:t>
            </a:r>
          </a:p>
          <a:p>
            <a:pPr algn="l">
              <a:defRPr sz="2400">
                <a:solidFill>
                  <a:srgbClr val="282828"/>
                </a:solidFill>
              </a:defRPr>
            </a:pPr>
            <a:r>
              <a:t>• Trained on diverse text corpora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6CC"/>
                </a:solidFill>
              </a:defRPr>
            </a:pPr>
            <a:r>
              <a:t>Code Assistance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4552" cy="9144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3716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28800"/>
            <a:ext cx="8686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>
                <a:solidFill>
                  <a:srgbClr val="282828"/>
                </a:solidFill>
              </a:defRPr>
            </a:pPr>
            <a:r>
              <a:t>• Generates code snippets</a:t>
            </a:r>
          </a:p>
          <a:p>
            <a:pPr algn="l">
              <a:defRPr sz="2400">
                <a:solidFill>
                  <a:srgbClr val="282828"/>
                </a:solidFill>
              </a:defRPr>
            </a:pPr>
            <a:r>
              <a:t>• Helps debug logical errors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6CC"/>
                </a:solidFill>
              </a:defRPr>
            </a:pPr>
            <a:r>
              <a:t>ML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4552" cy="9144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3716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28800"/>
            <a:ext cx="8686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>
                <a:solidFill>
                  <a:srgbClr val="282828"/>
                </a:solidFill>
              </a:defRPr>
            </a:pPr>
            <a:r>
              <a:t>• Learns patterns in data</a:t>
            </a:r>
          </a:p>
          <a:p>
            <a:pPr algn="l">
              <a:defRPr sz="2400">
                <a:solidFill>
                  <a:srgbClr val="282828"/>
                </a:solidFill>
              </a:defRPr>
            </a:pPr>
            <a:r>
              <a:t>• Fine‑tuning and embeddings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6CC"/>
                </a:solidFill>
              </a:defRPr>
            </a:pPr>
            <a:r>
              <a:t>NLP Tasks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4552" cy="9144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3716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28800"/>
            <a:ext cx="8686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>
                <a:solidFill>
                  <a:srgbClr val="282828"/>
                </a:solidFill>
              </a:defRPr>
            </a:pPr>
            <a:r>
              <a:t>• Summarization, translation, Q&amp;A</a:t>
            </a:r>
          </a:p>
          <a:p>
            <a:pPr algn="l">
              <a:defRPr sz="2400">
                <a:solidFill>
                  <a:srgbClr val="282828"/>
                </a:solidFill>
              </a:defRPr>
            </a:pPr>
            <a:r>
              <a:t>• Contextual responses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6CC"/>
                </a:solidFill>
              </a:defRPr>
            </a:pPr>
            <a:r>
              <a:t>Cloud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4552" cy="9144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3716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28800"/>
            <a:ext cx="8686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>
                <a:solidFill>
                  <a:srgbClr val="282828"/>
                </a:solidFill>
              </a:defRPr>
            </a:pPr>
            <a:r>
              <a:t>• APIs for deployment</a:t>
            </a:r>
          </a:p>
          <a:p>
            <a:pPr algn="l">
              <a:defRPr sz="2400">
                <a:solidFill>
                  <a:srgbClr val="282828"/>
                </a:solidFill>
              </a:defRPr>
            </a:pPr>
            <a:r>
              <a:t>• Scalable infrastructure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6CC"/>
                </a:solidFill>
              </a:defRPr>
            </a:pPr>
            <a:r>
              <a:t>API Usage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4552" cy="9144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3716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28800"/>
            <a:ext cx="8686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>
                <a:solidFill>
                  <a:srgbClr val="282828"/>
                </a:solidFill>
              </a:defRPr>
            </a:pPr>
            <a:r>
              <a:t>• REST APIs with auth</a:t>
            </a:r>
          </a:p>
          <a:p>
            <a:pPr algn="l">
              <a:defRPr sz="2400">
                <a:solidFill>
                  <a:srgbClr val="282828"/>
                </a:solidFill>
              </a:defRPr>
            </a:pPr>
            <a:r>
              <a:t>• SDK integrations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6CC"/>
                </a:solidFill>
              </a:defRPr>
            </a:pPr>
            <a:r>
              <a:t>Documentation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4552" cy="9144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3716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28800"/>
            <a:ext cx="8686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>
                <a:solidFill>
                  <a:srgbClr val="282828"/>
                </a:solidFill>
              </a:defRPr>
            </a:pPr>
            <a:r>
              <a:t>• Generates docs</a:t>
            </a:r>
          </a:p>
          <a:p>
            <a:pPr algn="l">
              <a:defRPr sz="2400">
                <a:solidFill>
                  <a:srgbClr val="282828"/>
                </a:solidFill>
              </a:defRPr>
            </a:pPr>
            <a:r>
              <a:t>• Explains complex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6CC"/>
                </a:solidFill>
              </a:defRPr>
            </a:pPr>
            <a:r>
              <a:t>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4552" cy="9144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3716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28800"/>
            <a:ext cx="8686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>
                <a:solidFill>
                  <a:srgbClr val="282828"/>
                </a:solidFill>
              </a:defRPr>
            </a:pPr>
            <a:r>
              <a:t>• Safe outputs</a:t>
            </a:r>
          </a:p>
          <a:p>
            <a:pPr algn="l">
              <a:defRPr sz="2400">
                <a:solidFill>
                  <a:srgbClr val="282828"/>
                </a:solidFill>
              </a:defRPr>
            </a:pPr>
            <a:r>
              <a:t>• Filtered content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6CC"/>
                </a:solidFill>
              </a:defRPr>
            </a:pPr>
            <a:r>
              <a:t>Future Outlook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4552" cy="9144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u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3716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28800"/>
            <a:ext cx="8686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>
                <a:solidFill>
                  <a:srgbClr val="282828"/>
                </a:solidFill>
              </a:defRPr>
            </a:pPr>
            <a:r>
              <a:t>• Innovation in AI</a:t>
            </a:r>
          </a:p>
          <a:p>
            <a:pPr algn="l">
              <a:defRPr sz="2400">
                <a:solidFill>
                  <a:srgbClr val="282828"/>
                </a:solidFill>
              </a:defRPr>
            </a:pPr>
            <a:r>
              <a:t>• Human–AI collaboration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