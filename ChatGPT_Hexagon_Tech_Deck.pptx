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x_b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6576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t>About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>
                <a:solidFill>
                  <a:srgbClr val="F0F0F0"/>
                </a:solidFill>
              </a:defRPr>
            </a:pPr>
            <a:r>
              <a:t>• AI‑powered assistant</a:t>
            </a:r>
          </a:p>
          <a:p>
            <a:pPr algn="l">
              <a:defRPr sz="2400">
                <a:solidFill>
                  <a:srgbClr val="F0F0F0"/>
                </a:solidFill>
              </a:defRPr>
            </a:pPr>
            <a:r>
              <a:t>• Conversational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x_b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6576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>
                <a:solidFill>
                  <a:srgbClr val="F0F0F0"/>
                </a:solidFill>
              </a:defRPr>
            </a:pPr>
            <a:r>
              <a:t>• Transformer model</a:t>
            </a:r>
          </a:p>
          <a:p>
            <a:pPr algn="l">
              <a:defRPr sz="2400">
                <a:solidFill>
                  <a:srgbClr val="F0F0F0"/>
                </a:solidFill>
              </a:defRPr>
            </a:pPr>
            <a:r>
              <a:t>• Text training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x_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6576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t>Coding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>
                <a:solidFill>
                  <a:srgbClr val="F0F0F0"/>
                </a:solidFill>
              </a:defRPr>
            </a:pPr>
            <a:r>
              <a:t>• Generates code</a:t>
            </a:r>
          </a:p>
          <a:p>
            <a:pPr algn="l">
              <a:defRPr sz="2400">
                <a:solidFill>
                  <a:srgbClr val="F0F0F0"/>
                </a:solidFill>
              </a:defRPr>
            </a:pPr>
            <a:r>
              <a:t>• Debug assistance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x_bg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6576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t>ML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>
                <a:solidFill>
                  <a:srgbClr val="F0F0F0"/>
                </a:solidFill>
              </a:defRPr>
            </a:pPr>
            <a:r>
              <a:t>• Pattern learning</a:t>
            </a:r>
          </a:p>
          <a:p>
            <a:pPr algn="l">
              <a:defRPr sz="2400">
                <a:solidFill>
                  <a:srgbClr val="F0F0F0"/>
                </a:solidFill>
              </a:defRPr>
            </a:pPr>
            <a:r>
              <a:t>• Embedding vectors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x_bg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6576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t>NLP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>
                <a:solidFill>
                  <a:srgbClr val="F0F0F0"/>
                </a:solidFill>
              </a:defRPr>
            </a:pPr>
            <a:r>
              <a:t>• Summarize</a:t>
            </a:r>
          </a:p>
          <a:p>
            <a:pPr algn="l">
              <a:defRPr sz="2400">
                <a:solidFill>
                  <a:srgbClr val="F0F0F0"/>
                </a:solidFill>
              </a:defRPr>
            </a:pPr>
            <a:r>
              <a:t>• Translate</a:t>
            </a:r>
          </a:p>
          <a:p>
            <a:pPr algn="l">
              <a:defRPr sz="2400">
                <a:solidFill>
                  <a:srgbClr val="F0F0F0"/>
                </a:solidFill>
              </a:defRPr>
            </a:pPr>
            <a:r>
              <a:t>• Answer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x_b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6576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t>Cloud &amp;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>
                <a:solidFill>
                  <a:srgbClr val="F0F0F0"/>
                </a:solidFill>
              </a:defRPr>
            </a:pPr>
            <a:r>
              <a:t>• Deploy APIs</a:t>
            </a:r>
          </a:p>
          <a:p>
            <a:pPr algn="l">
              <a:defRPr sz="2400">
                <a:solidFill>
                  <a:srgbClr val="F0F0F0"/>
                </a:solidFill>
              </a:defRPr>
            </a:pPr>
            <a:r>
              <a:t>• Scale easily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x_bg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6576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t>Data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>
                <a:solidFill>
                  <a:srgbClr val="F0F0F0"/>
                </a:solidFill>
              </a:defRPr>
            </a:pPr>
            <a:r>
              <a:t>• Filtered output</a:t>
            </a:r>
          </a:p>
          <a:p>
            <a:pPr algn="l">
              <a:defRPr sz="2400">
                <a:solidFill>
                  <a:srgbClr val="F0F0F0"/>
                </a:solidFill>
              </a:defRPr>
            </a:pPr>
            <a:r>
              <a:t>• Safe delivery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x_bg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6576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t>Documentation Help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>
                <a:solidFill>
                  <a:srgbClr val="F0F0F0"/>
                </a:solidFill>
              </a:defRPr>
            </a:pPr>
            <a:r>
              <a:t>• Tech docs</a:t>
            </a:r>
          </a:p>
          <a:p>
            <a:pPr algn="l">
              <a:defRPr sz="2400">
                <a:solidFill>
                  <a:srgbClr val="F0F0F0"/>
                </a:solidFill>
              </a:defRPr>
            </a:pPr>
            <a:r>
              <a:t>• Examples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x_bg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6576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t>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>
                <a:solidFill>
                  <a:srgbClr val="F0F0F0"/>
                </a:solidFill>
              </a:defRPr>
            </a:pPr>
            <a:r>
              <a:t>• SDKs</a:t>
            </a:r>
          </a:p>
          <a:p>
            <a:pPr algn="l">
              <a:defRPr sz="2400">
                <a:solidFill>
                  <a:srgbClr val="F0F0F0"/>
                </a:solidFill>
              </a:defRPr>
            </a:pPr>
            <a:r>
              <a:t>• Automation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x_bg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6576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t>Future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>
                <a:solidFill>
                  <a:srgbClr val="F0F0F0"/>
                </a:solidFill>
              </a:defRPr>
            </a:pPr>
            <a:r>
              <a:t>• Human+AI collaboration</a:t>
            </a:r>
          </a:p>
          <a:p>
            <a:pPr algn="l">
              <a:defRPr sz="2400">
                <a:solidFill>
                  <a:srgbClr val="F0F0F0"/>
                </a:solidFill>
              </a:defRPr>
            </a:pPr>
            <a:r>
              <a:t>• Innovation ahead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