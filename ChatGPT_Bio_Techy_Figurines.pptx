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Hello! I'm ChatGPT 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Your friendly AI assistant</a:t>
            </a:r>
          </a:p>
        </p:txBody>
      </p:sp>
      <p:pic>
        <p:nvPicPr>
          <p:cNvPr id="5" name="Picture 4" descr="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 know a lot!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 can chat endlessly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Love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Curious and curious again</a:t>
            </a:r>
          </a:p>
        </p:txBody>
      </p:sp>
      <p:pic>
        <p:nvPicPr>
          <p:cNvPr id="5" name="Picture 4" descr="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Ask me anything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Can Solve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Math, science, logic</a:t>
            </a:r>
          </a:p>
        </p:txBody>
      </p:sp>
      <p:pic>
        <p:nvPicPr>
          <p:cNvPr id="5" name="Picture 4" descr="ic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Puzzles and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Read 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Fiction, non-fiction, tech books</a:t>
            </a:r>
          </a:p>
        </p:txBody>
      </p:sp>
      <p:pic>
        <p:nvPicPr>
          <p:cNvPr id="5" name="Picture 4" descr="ic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 love learning new stuff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Explore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Science, geography, space</a:t>
            </a:r>
          </a:p>
        </p:txBody>
      </p:sp>
      <p:pic>
        <p:nvPicPr>
          <p:cNvPr id="5" name="Picture 4" descr="icon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Always exploring!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Help You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Python, Java, C++</a:t>
            </a:r>
          </a:p>
        </p:txBody>
      </p:sp>
      <p:pic>
        <p:nvPicPr>
          <p:cNvPr id="5" name="Picture 4" descr="ico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Debugging &amp; tips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Tell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Short stories, poems, ideas</a:t>
            </a:r>
          </a:p>
        </p:txBody>
      </p:sp>
      <p:pic>
        <p:nvPicPr>
          <p:cNvPr id="5" name="Picture 4" descr="icon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Fun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Love Art &amp; Creativity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Drawings, design, colors</a:t>
            </a:r>
          </a:p>
        </p:txBody>
      </p:sp>
      <p:pic>
        <p:nvPicPr>
          <p:cNvPr id="5" name="Picture 4" descr="icon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Tech + fun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Keep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Reminders, schedules, alarms</a:t>
            </a:r>
          </a:p>
        </p:txBody>
      </p:sp>
      <p:pic>
        <p:nvPicPr>
          <p:cNvPr id="5" name="Picture 4" descr="icon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Organized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39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 Make You Smile 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 try to make you happy</a:t>
            </a:r>
          </a:p>
        </p:txBody>
      </p:sp>
      <p:pic>
        <p:nvPicPr>
          <p:cNvPr id="5" name="Picture 4" descr="icon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Fun facts &amp; jokes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